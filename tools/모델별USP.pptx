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모델별 핵심 USP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29개 모델 · 삼성닷컴 공식 셀링포인트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경원영업팀 · 세일즈 코파일럿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910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수집 2026-08-31 · 출처 samsung.com/sec — 목록 API uspDescList · PDP #compGoodsFeatures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</a:rPr>
              <a:t>담긴 모델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5486400"/>
                <a:gridCol w="167335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카테고리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모델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제품명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TV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KMR85RH95AFXKR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2026 Micro RGB RH95 (214cm)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TV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KMR85RH9FAFXKR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</a:rPr>
                        <a:t>미확인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TV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KQ77SH95AFXKR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2026 OLED SH95 (195cm)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TV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KQ77SH93AFXKR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2026 OLED SH93 (195cm)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TV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KQ85LSH03WFXKR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2026 The Frame Pro (214cm)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사운드바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HW-Q930H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9.1.4ch 사운드바 Q930H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사운드바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HW-Q990H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11.1.4ch 사운드바 Q990H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냉장고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RM90H91B1W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패밀리허브 4도어 864L (81.2cm, AI 푸드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냉장고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RM80H91S1X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하이브리드 4도어 873L (오토오픈도어)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냉장고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RM80H64S2A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하이브리드 4도어 키친핏 Max 609L (푸드 쇼케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김치냉장고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RK80F49C1X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김치플러스 4도어 487L (맞춤숙성실)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김치냉장고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RK80F42C2A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김치플러스 4도어 키친핏 Max 418L (맞춤숙성실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정수기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RWP90H15AN*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얼음정수기 (냉/온/정수)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의류케어(세탁건조기)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WD90H25AH*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콤보 25/20kg (177.8mm LCD)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의류케어(워시타워)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WH90F2522AAH*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원바디 25/22kg (177.8mm LCD)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의류케어(에어드레서)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DF90H24R5C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에어드레서 대용량 5~9벌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에어컨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AF90H19D38WR*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무풍콤보 갤러리 프로 청정 62.6/18.7㎡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2줄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에어컨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AF70F19D24IR*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무풍 클래식 62.6/18.7㎡ (리모컨 포함)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공기청정기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AP90H10198EDD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Infinite AI 공기청정기 (100㎡, 리유저블 필터)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</a:rPr>
                        <a:t>미확인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공기청정기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AP90H10163EDD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Infinite AI 공기청정기 (100㎡, S 필터)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</a:rPr>
                        <a:t>미확인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공기청정기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AP70F06103RVD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블루스카이 5500 (60㎡)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청소기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VS90F40CN*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제트 400W 펫브러시 패키지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청소기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VS70H18GV*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제트 핏 물걸레 브러시 패키지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로봇청소기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VR90F01SAG*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스팀 울트라 자동 급배수 (리폼비 포함)+먼지봉투+다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로봇청소기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VR90F01AAG*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스팀 울트라+먼지봉투+다회용포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인덕션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CC99H63I1D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Infinite AI 인덕션 (플렉스존)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인덕션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CC99F63G1DS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Infinite AI 인덕션 (플렉스존)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인덕션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CC99F63U1DS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Infinite AI 인덕션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인덕션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CC80H63G1HS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Bespoke AI 인덕션 (플렉스존)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181E"/>
                          </a:solidFill>
                        </a:rPr>
                        <a:t>3줄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2026 Micro RGB RH95 (214cm)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KMR85RH95AFXKR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Micro RGB 기술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Micro RGB AI 엔진 Pro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Micro RGB Precision Color 100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디테일로 빚어낸 화질의 정점, Micro RGB 기술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AI 엔진으로 살아나는 컬러, Micro RGB AI 엔진 Pro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세계 최초 인증, 압도적 색 표현력 Micro RGB Precision Color 100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빛 반사 걱정 없는, 무반사(Reflection Glare Free) 기술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원하는 언어로 즐기는 콘텐츠, 실시간 번역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나만의 취향대로 만드는 AI 배경화면, 생성형 배경화면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128개 AI 뉴럴 네트워크로 완성되는 세밀함 4K AI 업스케일링 Pro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AI로 더욱 풍부하고 생생해진 축구 관람, AI 축구 모드 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한 번의 명령만으로 음성과 음악, 효과음을 분리·조절, AI 사운드 컨트롤 Pro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경계를 넘어선 새로운 경험, Infinity Air 디자인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안심하고 사용할 수 있는 TV 삼성 Knox 보안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완전히 개인화된 시청 경험의 완성 One UI Tizen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삼성 TV의 대화면으로 만나는 소중한 추억, Google 포토 for 삼성 TV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끊김이나 찢김, 지연 걱정 없는 매끄러운 플레이 FreeSync 프리미엄 Pro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게임 플레이 중에도 원하는 만큼 섬세하게 설정 게임 바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구독 없이 즐기는 삼성 TV 속 다채로운 콘텐츠, 삼성 TV 플러스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KMR85RH9FAFXKR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KMR85RH9FAFXKR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공식 셀링포인트를 확정하지 못했습니다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삼성닷컴 목록·지원 지면·제품 지면 셋 어디에도 이 모델코드가 없습니다.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같은 자리의 현행 모델은 KMR85RH9G 입니다 — 우리 표기의 RH9F 가 오타인지 확인이 필요합니다.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다른 모델(RH9G)의 문구를 옮겨 적지 않았습니다.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400E"/>
                </a:solidFill>
              </a:rPr>
              <a:t>비슷한 모델의 문구를 옮겨 적지 않았습니다.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0"/>
                </a:solidFill>
              </a:rPr>
              <a:t>이 모델의 상세 지면을 찾지 못해 키워드도 받지 못했습니다.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2026 OLED SH95 (195cm)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KQ77SH95AFXKR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무반사 기술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Floatlayer 디자인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얼티밋 게이밍 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빛 반사 걱정 없는, 무반사(Reflection Glare Free) 기술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원하는 언어로 즐기는 콘텐츠, 실시간 번역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나만의 취향대로 만드는 AI 배경화면, 생성형 배경화면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AI로 더욱 풍부하고 생생해진 축구 관람, AI 축구 모드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삼성의 가장 진보한 AI 4K 프로세서, 3세대 AI 4K 프로세서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128개 AI 뉴럴 네트워크로 완성되는 세밀함 4K AI 업스케일링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한 번의 명령만으로 음성과 음악, 효과음을 분리·조절, AI 사운드 컨트롤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눈앞에 펼쳐지는 생생한 깊이감, 명암비 강화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깊어진 대비와 생생한 컬러, OLED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승리를 위한 몰입의 완성, 얼티밋 게이밍 팩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아트 프레임의 새로운 패러다임, FloatLayer 디자인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안심하고 사용할 수 있는 TV 삼성 Knox 보안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완전히 개인화된 시청 경험의 완성 One UI Tizen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삼성 TV의 대화면으로 만나는 소중한 추억, Google 포토 for 삼성 TV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끊김이나 찢김, 지연 걱정 없는 매끄러운 플레이 FreeSync 프리미엄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놀랍도록 빠른 반응의 게임 플레이 G-SYNC 호환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게임 플레이 중에도 원하는 만큼 섬세하게 설정 게임 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구독 없이 즐기는 삼성 TV 속 다채로운 콘텐츠, 삼성 TV 플러스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2026 OLED SH93 (195cm)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KQ77SH93AFXKR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무반사 기술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얼티밋 게이밍 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LaserSlim 디자인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(17)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빛 반사 걱정 없는, 무반사(Reflection Glare Free) 기술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승리를 위한 몰입의 완성, 얼티밋 게이밍 팩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원하는 언어로 즐기는 콘텐츠, 실시간 번역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AI로 더욱 풍부하고 생생해진 축구 관람, AI 축구 모드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삼성의 가장 진보한 AI 4K 프로세서, 3세대 AI 4K 프로세서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128개 AI 뉴럴 네트워크로 완성되는 세밀함 4K AI 업스케일링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한 번의 명령만으로 음성과 음악, 효과음을 분리·조절, AI 사운드 컨트롤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눈앞에 펼쳐지는 생생한 깊이감, 명암비 강화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깊어진 대비와 생생한 컬러, OLED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초슬림으로 정의하는 우아함의 기준 LaserSlim 디자인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안심하고 사용할 수 있는 TV 삼성 Knox 보안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완전히 개인화된 시청 경험의 완성 One UI Tizen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삼성 TV의 대화면으로 만나는 소중한 추억, Google 포토 for 삼성 TV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끊김이나 찢김, 지연 걱정 없는 매끄러운 플레이 FreeSync 프리미엄 Pro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놀랍도록 빠른 반응의 게임 플레이 G-SYNC 호환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게임 플레이 중에도 원하는 만큼 섬세하게 설정 게임 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구독 없이 즐기는 삼성 TV 속 다채로운 콘텐츠, 삼성 TV 플러스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2026 The Frame Pro (214cm)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KQ85LSH03WFXKR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무선 원 커넥트로 완성한 모던 프레임 디자인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아트 모드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눈부심 걱정 없는 Neo QLED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마치 실제 액자인 듯 자연스러운 조화 무선 원 커넥트로 완성한 모던 프레임 디자인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복잡한 선 없이 깔끔하게 연결 무선 원 커넥트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마치 벽과 하나인 듯 밀착 슬림핏 벽걸이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공간에 맞게 연출하는 다채로운 베젤 맞춤형 프레임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공간에 어울리는 높낮이 조절까지 높이 조절 스탠드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TV가 꺼지는 순간 시작되는 나만의 갤러리 아트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세계 유수의 작품을 무료로 감상 아트 스트림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집에서 만나는 세계적인 명작들 아트 스토어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일상 공간에 더해진 예술 아트 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삼성 TV의 대화면으로 만나는 소중한 추억, Google 포토 for 삼성 TV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몰입감을 높여주는 선명한 화면 눈부심 걱정 없는 Neo QLED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빛 반사를 줄여 더욱 선명해지는 화면 눈부심 방지 기술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팬톤으로부터 검증된 정확한 색 표현 아트풀 컬러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배터리 없이 태양광만으로 충전 솔라셀 리모트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구독 없이 즐기는 삼성 TV 속 다채로운 콘텐츠, 삼성 TV 플러스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사운드바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9.1.4ch 사운드바 Q930H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HW-Q930H  (HW-Q930H/KR)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트루 9.1.4ch 풀 서라운드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Dolby Atmos® 무선 연결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Q 심포니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숨 막힐 듯 빠져드는 서라운드 사운드 — 트루 9.1.4ch 풀 서라운드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손쉽게 연결하는 나만의 시네마틱 사운드 — Dolby Atmos® 무선 연결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강렬한 몰입감의 3차원 공간 음향 — 이클립사 오디오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사운드바와 TV가 이루는 가장 섬세한 하모니 — Q 심포니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소음 방해 없이 또렷하게 듣는 명대사 — 액티브 보이스 Pro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콘텐츠 유형에 맞게 최적화된 사운드 — AI 사운드 최적화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게임 속으로 뛰어든 듯 생생한 사운드 — 게임 모드 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늦은 밤에도 즐길 수 있는 풍성한 저음 — 저음 완화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화면 중앙에서 들려오는 놀라운 현실감 — 사운드 출력 위치 조정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콘텐츠 전환에도 균일하고 편안한 사운드 — 자동 음량 조절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좋아하는 콘텐츠를 듣는 다양한 방법 — 음성 비서 &amp; 음악 스트리밍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더욱 쉽고 편리한 연결과 통합 제어 — 삼성 사운드 앱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끊김 없이 전달되는 고품질 사운드 — HDMI eARC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손쉽게 즐기는 사운드 경험 — 스마트싱스 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사운드바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11.1.4ch 사운드바 Q990H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HW-Q990H  (HW-Q990H/KR)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트루 11.1.4ch 풀 서라운드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Dolby Atmos® 무선 연결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Q 심포니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온몸을 감싸는 압도적 서라운드 사운드 — 트루 11.1.4ch 풀 서라운드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극도의 몰입감을 만드는 사운드의 비결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손쉽게 연결하는 나만의 시네마틱 사운드 — Dolby Atmos® 무선 연결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강렬한 몰입감의 3차원 공간 음향 — 이클립사 오디오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사운드바와 TV가 이루는 가장 섬세한 하모니 — Q 심포니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소음 방해 없이 또렷하게 듣는 명대사 — 액티브 보이스 Pro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콘텐츠 유형에 맞게 최적화된 사운드 — AI 사운드 최적화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게임 속으로 뛰어든 듯 생생한 사운드 — 게임 모드 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늦은 밤에도 즐길 수 있는 풍성한 저음 — 저음 완화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화면 중앙에서 들려오는 놀라운 현실감 — 사운드 출력 위치 조정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다양한 콘텐츠도 균일하고 편안한 사운드 — 자동 음량 조절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좋아하는 콘텐츠를 듣는 다양한 방법 — 음성 비서 &amp; 음악 스트리밍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더욱 쉽고 편리한 연결과 통합 제어 — 삼성 사운드 앱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끊김 없이 전달되는 고품질 사운드 — HDMI 2.1 / HDMI eARC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손쉽게 즐기는 사운드 경험 — 스마트싱스 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냉장고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86" b="1" dirty="0">
                <a:solidFill>
                  <a:srgbClr val="FFFFFF"/>
                </a:solidFill>
              </a:rPr>
              <a:t>Bespoke AI 패밀리허브 4도어 864L (81.2cm, AI 푸드매니저)</a:t>
            </a:r>
            <a:endParaRPr lang="en-US" sz="2286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RM90H91B1W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완전 새로운 푸드 경험 AI 푸드매니저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스마트한 키친 라이프의 시작 패밀리허브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평소엔 효율적으로 필요할 땐 강력하게 하이브리드 쿨링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완전 새로운 푸드 경험 AI 푸드매니저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나에게 딱 맞는 정보로 편리하게 사용하는 Now brief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평소엔 효율적으로 필요할 땐 강력하게 하이브리드 쿨링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자동 문 열림·문 닫힘으로 편리하게 오토 도어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에너지 효율을 높여주는 AI 인버터 컴프레서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에너지 소비량을 최대 25%까지 절감하는 AI 절약 모드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공간 효율을 높이는 설계로 더 깊어진 선반과 여유로운 수납공간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위스키볼 아이스까지 취향 따라 즐기는 듀얼 아이스메이커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식재료에 따라 최적의 상태로 보관할 수 있는 3단계 멀티 팬트리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최고 등급의 IoT 보안 성능 Knox 보안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냉기를 꽉 잡아 음식의 신선함을 지키는 메탈쿨링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냄새 걱정 없이 깔끔한 UV 청정탈취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냉장고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하이브리드 4도어 873L (오토오픈도어)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RM80H91S1X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평소엔 효율적으로 필요할 땐 강력하게 하이브리드 쿨링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음성으로 더 쉽고 편리하게 빅스비 음성인식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평소엔 효율적으로 필요할 땐 강력하게 하이브리드 쿨링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에너지 효율을 높여주는 AI 인버터 컴프레서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에너지 소비량을 최대 25%까지 절감하는 AI 절약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공간 효율을 높이는 설계로 더 깊어진 선반과 여유로운 수납공간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자동으로 얼음을 만들어주는 대용량 빅 아이스메이커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식재료 수납의 정석 푸드 쇼케이스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식재료에 따라 최적의 상태로 보관할 수 있는 3단계 멀티 팬트리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냉기를 꽉 잡아 음식의 신선함을 지키는 메탈쿨링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냄새 걱정 없이 깔끔한 UV 청정탈취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냉장고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12" b="1" dirty="0">
                <a:solidFill>
                  <a:srgbClr val="FFFFFF"/>
                </a:solidFill>
              </a:rPr>
              <a:t>Bespoke AI 하이브리드 4도어 키친핏 Max 609L (푸드 쇼케이스)</a:t>
            </a:r>
            <a:endParaRPr lang="en-US" sz="2312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RM80H64S2A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새로운 기술로 완성된 키친핏 Max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평소엔 효율적으로 필요할 땐 강력하게 AI 하이브리드 쿨링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(20)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새로운 기술로 완성된 키친핏 Max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평소엔 효율적으로 필요할 땐 강력하게 하이브리드 쿨링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에너지 효율을 높여주는 AI 인버터 컴프레서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에너지 소비량을 최대 25%까지 절감하는 AI 절약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맞춤형 조합으로 주방을 나답게 나만의 조합 &amp; 오리지널 키친핏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매일 풍성한 가족의 식탁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4인 가구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아이와 함께 즐거운 한 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3인 가구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신혼 부부의 첫 보금자리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2인 가구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싱글의 여유, 맛있는 행복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1인 가구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자동으로 얼음을 만들어주는 대용량 빅 아이스메이커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식재료 수납의 정석 푸드 쇼케이스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식재료에 따라 최적의 상태로 보관할 수 있는 3단계 멀티 팬트리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냉기를 꽉 잡아 음식의 신선함을 지키는 메탈쿨링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냄새 걱정 없이 깔끔한 UV 청정탈취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김치냉장고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김치플러스 4도어 487L (맞춤숙성실)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RK80F49C1X  (RK80F49C1W)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냉기를 꽉 잡아 아삭하고 신선하게 메탈쿨링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냉기를 꽉 잡아 음식의 신선함을 지키는 메탈쿨링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육즙 손실 걱정없는 육류해동부터 과일숙성까지 맞춤숙성실의 다양한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유산균 아삭 숙성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김치 보관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김치 숙성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맞춤 보관 모드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냉장/냉동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칸칸칸 모드로 편리하게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냉장고 안 김치냄새 섞일 걱정 없는 냄새케어 안심 김치통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중간 벽 없이 넉넉한 수납, 와이드 상칸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어두운 밤에도 눈부심을 방지할 수 있는 젠틀 라이팅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깔끔한 디스플레이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식재료의 신선도를 유지해주고 냄새까지 덜어주는 고내탈취필터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감각적인 Bespoke 디자인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김치냉장고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68" b="1" dirty="0">
                <a:solidFill>
                  <a:srgbClr val="FFFFFF"/>
                </a:solidFill>
              </a:rPr>
              <a:t>Bespoke AI 김치플러스 4도어 키친핏 Max 418L (맞춤숙성실)</a:t>
            </a:r>
            <a:endParaRPr lang="en-US" sz="2368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RK80F42C2A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새로운 기술로 완성된 키친핏 Max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새로운 기술로 완성된 키친핏 Max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자동 문열림으로 편리하게 오토 오픈 도어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음성으로 더 쉽고 편리하게 빅스비 음성 인식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냉기를 꽉 잡아 음식의 신선함을 지키는 메탈쿨링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육즙 손실 걱정없는 육류해동부터 과일숙성까지 맞춤숙성실의 다양한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유산균 아삭 숙성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김치 보관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김치 숙성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맞춤 보관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냉장/냉동 모드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칸칸칸 모드로 편리하게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냉장고 안 김치냄새 섞일 걱정 없는 냄새케어 안심 김치통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중간 벽 없이 넉넉한 수납, 와이드 상칸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어두운 밤에도 눈부심을 방지할 수 있는 젠틀 라이팅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깔끔한 디스플레이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식재료의 신선도를 유지해주고 냄새까지 덜어주는 고내탈취필터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공간에 딱 맞게 설치하고, 수납까지 넉넉하게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맞춤형 조합으로 주방을 나답게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감각적인 Bespoke 디자인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정수기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얼음정수기 (냉/온/정수)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RWP90H15AN*  (RWP90H15ANW)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직수관과 아이스룸을 전해수 살균으로 깨끗하게 AI 맞춤 살균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6" b="1" dirty="0">
                <a:solidFill>
                  <a:srgbClr val="15181E"/>
                </a:solidFill>
              </a:rPr>
              <a:t>유해 물질 82종 제거로 믿고 마실 수 있는 국내 최다 항목 NSF 인증 정수기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하루 8kg 얼음으로 여름철에도 넉넉하게 강력한 제빙량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사용 패턴을 분석해 AI가 알아서 살균하는 AI 맞춤 살균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직수관부터 얼음 토출구까지 AI 맞춤 살균과 UV 살균으로 더욱 깨끗하게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유해물질 82종 제거로 안심하고 마시는 국내 최다 항목 NSF 인증 정수기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하루 8kg 제빙, 한 번에 800g까지 온 가족이 넉넉하게 즐기는 대용량 얼음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목소리 인식으로 원하는 물을 편리하게 출수하는 보이스 ID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4시간마다 고인물 없이 비워주는 자동 잔수 비움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오염과 부식에 강한 스테인리스 소재를 물이 닿는 직수관부터 출수 코크, 패널까지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원하는 온도와 출수량으로 편리하게 커스터마이징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맞춤 온도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맞춤 출수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출수구와 얼음 토출구를 야간에도 쉽게 확인할 수 있는 스마트 라이팅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Bespoke AI 얼음정수기로 시작하는 나만의 커피 브루잉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의류케어(세탁건조기)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63" b="1" dirty="0">
                <a:solidFill>
                  <a:srgbClr val="FFFFFF"/>
                </a:solidFill>
              </a:rPr>
              <a:t>Bespoke AI 콤보 25/20kg (177.8mm LCD)</a:t>
            </a:r>
            <a:endParaRPr lang="en-US" sz="2563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WD90H25AH*  (WD90H25AHS)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세탁부터 건조까지 한 번에 ONE 솔루션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세탁 25kg, 건조 20kg 국내 최대 용량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AI 콤보 한 대로 단 69분 만에 끝내는 세탁 라이프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(17)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대용량 열교환기에 부스터 열교환기를 더해 확실한 건조 성능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넓은 화면으로 직관적인 조작 스마트 스크린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AI가 알아서 최적의 코스로 AI 맞춤+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세탁물에 맞게 적정 세제를 알아서 세제자동투입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냄새 걱정 없는 쾌적한 마무리 오토 오픈 도어+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소량 빨래는 시간 특화 코스로 빠르게 한벌 코스 &amp; 셔츠 코스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얇은 이불부터 두꺼운 이불까지 뽀송하게 이불 코스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부담을 확 줄인 에너지 소비 AI 에너지 절약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에너지 소비효율 1등급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 절약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옷감 손상 걱정 없이 골고루 자연의 좋은 건조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강력한 살균과 간편한 탈취, 에어워시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보다 조용한 세탁 건조 AI 진동소음 저감 시스템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환경을 생각하는 파타고니아 협업 미세플라스틱저감 코스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다양한 공간에 조화롭게 어우러지는 Bespoke AI 콤보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Bespoke AI 콤보 차이점이 궁금해요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 콤보 · 수납함 설치가이드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의류케어(워시타워)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27" b="1" dirty="0">
                <a:solidFill>
                  <a:srgbClr val="FFFFFF"/>
                </a:solidFill>
              </a:rPr>
              <a:t>Bespoke AI 원바디 25/22kg (177.8mm LCD)</a:t>
            </a:r>
            <a:endParaRPr lang="en-US" sz="2527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WH90F2522AAH*  (WH90F2522AAHS)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AI로 세탁부터 건조까지 알아서 AI 맞춤+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손끝에서 시작하고 음성으로 완성되는 AI 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7" b="1" dirty="0">
                <a:solidFill>
                  <a:srgbClr val="15181E"/>
                </a:solidFill>
              </a:rPr>
              <a:t>세탁·건조 후 알아서 문이 열려 습기 걱정 없는 오토 오픈 도어</a:t>
            </a:r>
            <a:endParaRPr lang="en-US" sz="1577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세탁기와 건조기를 하나로 Bespoke AI 원바디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 맞춤+로 세탁부터 건조까지 알아서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AI로 세탁부터 탈수까지 똑똑하고 섬세하게 AI 맞춤세탁+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옷감 특성에 맞춰 섬세하게 AI 맞춤건조+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손끝에서 시작하고 음성으로 완성되는 스마트 스크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손끝에서 시작하고 음성으로 완성되는 스마트 스크린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강력한 직수로 열교환기 자동 세척 직수 파워 오토 클린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세탁·건조 후 알아서 문이 열려 습기 걱정 없는 오토 오픈 도어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세탁물에 맞게 적정 세제를 알아서 세제자동투입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사계절 이불을 깨끗하게 이불 코스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에너지를 절약하는 확실한 방법 AI 에너지 절약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보다 조용한 세탁 AI 진동소음 저감 시스템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더 빠르고 더 꼼꼼하게, 사계절 우수한 건조 특허 받은 하이브리드 히트펌프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유해 세균과 빈대까지 싹 스팀살균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99.9% 살균으로 안심 위생관리 솔루션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기기 내부까지 강력하게 무세제통세척+ &amp; 열풍내부살균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환경을 생각하는 파타고니아 협업 미세플라스틱저감 코스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많은 빨래도 걱정 없는 대용량 세탁·건조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의류케어(에어드레서)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에어드레서 대용량 5~9벌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DF90H24R5C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다림질 없는 일상의 시작 주름집중케어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바람과 스팀으로 매일 새 옷처럼 듀얼에어워시 &amp; 듀얼제트스팀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3중 필터로 먼지 쌓일 틈 없는 트리플집진케어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다림질 없는 일상의 시작 주름집중케어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3중 필터로 먼지 쌓일 틈 없는 트리플집진케어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에너지를 절약하는 확실한 방법 AI 절약 모드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바이러스와 세균 99.99% 제거, 탈취와 주름 제거까지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실내도 쾌적한 공간 제습 기능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LCD 디스플레이로 편리한 조작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다양한 컬러로 공간 맞춤 Bespoke AI 에어드레서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매일 새 옷처럼, AI로 산뜻한 건조까지 Bespoke AI 에어드레서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에어컨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27" b="1" dirty="0">
                <a:solidFill>
                  <a:srgbClr val="FFFFFF"/>
                </a:solidFill>
              </a:rPr>
              <a:t>Bespoke AI 무풍콤보 갤러리 프로 청정 62.6/18.7㎡</a:t>
            </a:r>
            <a:endParaRPr lang="en-US" sz="2527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AF90H19D38WR*  (AF90H19D38WRT)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7" b="1" dirty="0">
                <a:solidFill>
                  <a:srgbClr val="15181E"/>
                </a:solidFill>
              </a:rPr>
              <a:t>냉방면적(62.6/18.7㎡), AI모션바람, 무풍콤보, 무풍, AI절약, 1등급, 슬림디자인, 청정, 5가지 모션바람, 심리스 디자인</a:t>
            </a:r>
            <a:endParaRPr lang="en-US" sz="1077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스탠드 색상: 에센셜 화이트, 벽걸이 색상: 화이트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공간의 품격을 한층 높이는 패브릭 패턴과 일체형 바디로 완성된 세련된 디자인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업그레이드 된 AI 기능으로 상황·공간 맞춤형 기류를 제공하는 AI∙모션 바람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스스로 공간까지 학습하여 상황에 맞게 온도, 습도를 알아서 맞춰주는 AI 쾌적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서큘레이터로 사각지대 걱정 없이 빠르게 하이패스 서큘 냉방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손쉽게 열어 간편하게 직접 관리할 수 있는 이지케어 셀프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자동으로 알아서 청소, 관리를 해주는 이지케어 스마트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미세먼지는 기본, 살균, 공간 제균에 알러젠 유발물질까지 걸러주는 알러젠 케어 청정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알아서 맞춤 관리하고 모바일로 간편하게 제어하는 SmartThings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에어컨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92" b="1" dirty="0">
                <a:solidFill>
                  <a:srgbClr val="FFFFFF"/>
                </a:solidFill>
              </a:rPr>
              <a:t>Bespoke AI 무풍 클래식 62.6/18.7㎡ (리모컨 포함)</a:t>
            </a:r>
            <a:endParaRPr lang="en-US" sz="2492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AF70F19D24IR*  (AF70F19D24IR1T)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34" b="1" dirty="0">
                <a:solidFill>
                  <a:srgbClr val="15181E"/>
                </a:solidFill>
              </a:rPr>
              <a:t>하이패스 방식으로 빠르게, 직바람 없이 쾌적하게 하이패스 AI 무풍</a:t>
            </a:r>
            <a:endParaRPr lang="en-US" sz="1534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스마트싱스로 상황에 맞게 관리해주는 AI 에너지 절약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AI가 알아서 관리하는 Bixby Care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직바람 없는 무풍과 상황에 맞게 온도, 습도까지 알아서 맞춰주는 AI 쾌적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체계적으로 전기료를 관리해주는 AI 에너지 절약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AI 집사가 알아서 관리하는 Bixby Care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넓은 공간도 직선으로 빠르게 하이패스 회오리 냉방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공간에 컬러를 더하다. 우리 집에 어울리는 Bespoke 디자인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쉽게 열어 더 편하게 관리하는 이지케어 8단계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알아서 맞춤 관리하고 모바일로 간편하게 제어하는 SmartThings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공간에 어울리는 컬러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어느 공간에나 완벽하게 어울리는 메탈릭 실버 컬러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우리 집 인테리어에 맞는 아트패널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공기청정기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Infinite AI 공기청정기 (100㎡, 리유저블 필터)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AP90H10198EDD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공식 셀링포인트를 확정하지 못했습니다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제품은 실재하는데(지원·제품 지면 확인) 삼성닷컴 목록 API 에 이 코드가 실려 있지 않아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공식 3줄을 받지 못했습니다. 오른쪽 「핵심 키워드」는 이 모델 자기 상세 지면에서 받은 것입니다.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형제 코드(…UDD)에는 3줄이 있으나 다른 판매 코드라 옮겨 적지 않았습니다.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400E"/>
                </a:solidFill>
              </a:rPr>
              <a:t>비슷한 모델의 문구를 옮겨 적지 않았습니다.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리유저블 필터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필터 관리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4way 서라운드 &amp; 부스터 청정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인피니트 디자인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맞춤 청정 AI+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AI 절약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환기 가이드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사용성을 높여주는 다양한 기능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Quick Remote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저소음 무풍청정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더 간편하고 청결하게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공기청정기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Infinite AI 공기청정기 (100㎡, S 필터)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AP90H10163EDD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공식 셀링포인트를 확정하지 못했습니다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제품은 실재하는데(지원·제품 지면 확인) 삼성닷컴 목록 API 에 이 코드가 실려 있지 않아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공식 3줄을 받지 못했습니다. 오른쪽 「핵심 키워드」는 이 모델 자기 상세 지면에서 받은 것입니다.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400E"/>
                </a:solidFill>
              </a:rPr>
              <a:t>형제 코드(…UDD)에는 3줄이 있으나 다른 판매 코드라 옮겨 적지 않았습니다.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400E"/>
                </a:solidFill>
              </a:rPr>
              <a:t>비슷한 모델의 문구를 옮겨 적지 않았습니다.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인피니트 디자인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4way 서라운드 &amp; 부스터 청정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S 필터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맞춤 청정 AI+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AI 절약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사용성을 높여주는 다양한 기능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Quick Remote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저소음 무풍청정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더 간편하고 청결하게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공기청정기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블루스카이 5500 (60㎡)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AP70F06103RVD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실내 공기질까지 학습해 맞춰주는 맞춤청정 AI+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초미세먼지까지 제거 가능한 3단계 청정 시스템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나의 일상에 맞춰 실내 공기를 관리해주는 AI 루틴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(7)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실내 공기질까지 학습해 맞춰주는 맞춤청정 AI+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초미세먼지까지 제거 가능한 3단계 청정 시스템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깨끗한 공기를 구석구석 3방향 입체청정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나의 일상에 맞춰 실내 공기를 관리해주는 AI 루틴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초미세먼지를 정밀하게 감지하는 레이저 PM1.0 센서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컬러·숫자로 청정도를 한눈에 청정지수 디스플레이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Bespoke 슬림 디자인과 이동 바퀴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청소기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제트 400W 펫브러시 패키지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VS90F40CN*  (VS90F40CNK)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특허 출원한 기술로 더 강력하고 오래가는 최대 400W 흡입력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청소 환경을 감지해 최적의 흡입력을 구현하는 AI 모드 2.0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좁은 틈의 먼지까지 손쉽게 청소 가능한  에어 블로워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훨씬 더 강력해진 최대 400W 흡입력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청소 환경을 알아서 감지하는 AI+ 인증 무선 스틱 청소기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눈에 보이지 않는 먼지까지 손쉽게 청소하는 에어 블로워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상황에 맞게 사용하는 블로워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21% 가벼워진 브러시 무게와 측면 하단 LED 라이트로 더 편리해진 청소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새로워진 브러시 구조로 업그레이드된 청소 성능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오염물에 직접 분사하는 고온 세척 브러시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빠른 예열, 여유 있는 청소 시간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미세먼지 배출 걱정 없는 위생관리 솔루션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스스로 상태를 진단하는 스마트 자가진단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청소의 완성도를 높여주는 다양한 브러시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브러시 수납과 배터리 충전도 편리하게! 액세서리 크래들 &amp; 배터리 충전 거치대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말하듯 친절하게 알려주는 대화형 알림창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핸드폰 수신을 알려주는 스마트 콜 알림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직접 분리하여 청소 할 수 있어 깔끔한 먼지통 물세척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나만의 인테리어를 완성시켜주는 Bespoke 디자인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청소기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제트 핏 물걸레 브러시 패키지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VS70H18GV*  (VS70H18GVG)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3" b="1" dirty="0">
                <a:solidFill>
                  <a:srgbClr val="15181E"/>
                </a:solidFill>
              </a:rPr>
              <a:t>1.96kg의 가벼운 무게와 슬림해진 디자인으로 언제 어디서든 손쉽게</a:t>
            </a:r>
            <a:endParaRPr lang="en-US" sz="1513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75" b="1" dirty="0">
                <a:solidFill>
                  <a:srgbClr val="15181E"/>
                </a:solidFill>
              </a:rPr>
              <a:t>최대 180W 흡입력과 최장 50분 고성능 배터리로 넓은 공간도 한 번에</a:t>
            </a:r>
            <a:endParaRPr lang="en-US" sz="1475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청소기를 깔끔하게 보관하고 충전하는 스탠딩 거치대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1.96kg의 가벼운 무게와 슬림해진 디자인으로 언제 어디서든 손쉽게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최대 180W 흡입력과 최장 50분 고성능 배터리로 넓은 공간도 한 번에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새로워진 브러시 구조로 업그레이드된 청소성능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청소기를 깔끔하게 보관하고 충전하는 스탠딩 거치대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청소 중 상태 변화를 감지하여 스스로 동작 상태를 조절하는 스마트 모션 클리닝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99.999% 미세먼지 배출 차단하는 5단계 필터레이션 시스템으로 위생 걱정 없는 청소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말하듯 친절하게 알려주는 대화형 LCD 알림창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가구 위나 틈새도 문제없는 솔/틈새 브러시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청소의 완성도를 높여주는 다양한 브러시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직접 분리하여 청소할 수 있어 깔끔한 먼지통 물세척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나만의 인테리어를 완성시켜주는 가볍고 슬림한 디자인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로봇청소기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12" b="1" dirty="0">
                <a:solidFill>
                  <a:srgbClr val="FFFFFF"/>
                </a:solidFill>
              </a:rPr>
              <a:t>Bespoke AI 스팀 울트라 자동 급배수 (리폼비 포함)+먼지봉투+다회용포</a:t>
            </a:r>
            <a:endParaRPr lang="en-US" sz="2312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VR90F01SAG*  (VR90F01SAG98CS)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75" b="1" dirty="0">
                <a:solidFill>
                  <a:srgbClr val="15181E"/>
                </a:solidFill>
              </a:rPr>
              <a:t>간편한 급수와 배수 관리에 빌트인 설치까지 자동 급배수 스팀 청정스테이션</a:t>
            </a:r>
            <a:endParaRPr lang="en-US" sz="1475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강력한 흡입력과 이지패스 휠로 확실한 청소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1cm 장애물을 감지하여 끊김 없는 효율적인 청소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가구장 맞춤 리폼부터 설치까지 삼성 전문가가 책임집니다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우리 집에 맞춰 설치 가능해요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Bespoke AI 스팀 울트라 자동 급배수 기능 모아보기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자동 급배수 시스템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다양한 설치 스타일과 전문 원데이 설치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높은 문턱과 매트를 넘나드는 주행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물처럼 투명한 액체까지 감지하여 추가 오염 방지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AI 기술을 만나 더 똑똑해진 청소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고체 상태의 오염 구역을 인식하면 한 번 더 집중 청소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간편하게 설정 가능한 청소 구역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3D 듀얼 장애물 센서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dToF LiDAR 주행 센서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3D로 확인하는 우리 집 지도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카펫은 안전하게 바닥은 깨끗하게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사각지대까지 놓치지 않는 구석 청소 솔루션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상황에 따라 설정 가능한 다양한 청소 모드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검증된 보안 성능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먼지통, 세척판 물세척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5181E"/>
                </a:solidFill>
              </a:rPr>
              <a:t>Bespoke 디자인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로봇청소기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스팀 울트라+먼지봉투+다회용포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VR90F01AAG*  (VR90F01AAG98C)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91" b="1" dirty="0">
                <a:solidFill>
                  <a:srgbClr val="15181E"/>
                </a:solidFill>
              </a:rPr>
              <a:t>99.999% 물걸레 스팀 살균으로 냄새까지 줄여주는 100°C 스팀 청정스테이션</a:t>
            </a:r>
            <a:endParaRPr lang="en-US" sz="1391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강력한 흡입력과 이지패스 휠로 확실한 청소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Knox 보안 기술 적용으로 검증된 보안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(16)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Bespoke AI 스팀 울트라 기능 모아보기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높은 문턱과 매트를 넘나드는 주행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물처럼 투명한 액체까지 감지하여 추가 오염 방지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AI 기술을 만나 더 똑똑해진 청소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고체 상태의 오염 구역을 인식하면 한 번 더 집중 청소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간편하게 설정 가능한 청소 구역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3D 듀얼 장애물 센서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dToF LiDAR 주행 센서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3D로 확인하는 우리 집 지도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카펫은 안전하게 바닥은 깨끗하게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사각지대까지 놓치지 않는 구석 청소 솔루션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상황에 따라 설정 가능한 다양한 청소 모드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검증된 보안 성능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우리 아이 마중 기능까지, 패밀리 케어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먼지통, 세척판 물세척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5181E"/>
                </a:solidFill>
              </a:rPr>
              <a:t>Bespoke 디자인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인덕션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Infinite AI 인덕션 (플렉스존)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CC99H63I1D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7" b="1" dirty="0">
                <a:solidFill>
                  <a:srgbClr val="15181E"/>
                </a:solidFill>
              </a:rPr>
              <a:t>매트한 무광 디자인에 긁힘 걱정 없는 견고함까지 Infinite Glass</a:t>
            </a:r>
            <a:endParaRPr lang="en-US" sz="1457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최대 6,600W 초고화력으로 더 빠르고 편리하게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용기를 따라 자동 이동하는 화력으로 끊김 걱정 없이 조리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매트한 무광 디자인에 긁힘 걱정 없는 견고함까지 Infinite Glass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어디에 올려도 균일하게 화력 전달이 가능한 콰트로 플렉스존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최대 6,600W 초고화력으로 더 빠르고 편리하게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인덕션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Infinite AI 인덕션 (플렉스존)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CC99F63G1DS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7" b="1" dirty="0">
                <a:solidFill>
                  <a:srgbClr val="15181E"/>
                </a:solidFill>
              </a:rPr>
              <a:t>매트한 무광 디자인에 긁힘 걱정 없는 견고함까지 Infinite Glass</a:t>
            </a:r>
            <a:endParaRPr lang="en-US" sz="1457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전원 OFF 가능한 스마트 컨트롤 기능으로 외출 시에도 안심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7" b="1" dirty="0">
                <a:solidFill>
                  <a:srgbClr val="15181E"/>
                </a:solidFill>
              </a:rPr>
              <a:t>많은 요리도 한 번에 3,400W 초고화력 빠른 조리 All MAX 부스트</a:t>
            </a:r>
            <a:endParaRPr lang="en-US" sz="1457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매트한 무광 디자인에 긁힘 걱정 없는 견고함까지 Infinite Glass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전원 OFF 가능한 스마트 컨트롤 기능으로 외출 시에도 안심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많은 요리도 한 번에 3,400W 초고화력 빠른 조리 All MAX 부스트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인덕션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Infinite AI 인덕션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CC99F63U1DS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7" b="1" dirty="0">
                <a:solidFill>
                  <a:srgbClr val="15181E"/>
                </a:solidFill>
              </a:rPr>
              <a:t>매트한 무광 디자인에 긁힘 걱정 없는 견고함까지 Infinite Glass</a:t>
            </a:r>
            <a:endParaRPr lang="en-US" sz="1457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전원 OFF 가능한 스마트 컨트롤 기능으로 외출 시에도 안심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7" b="1" dirty="0">
                <a:solidFill>
                  <a:srgbClr val="15181E"/>
                </a:solidFill>
              </a:rPr>
              <a:t>많은 요리도 한 번에 3,400W 초고화력 빠른 조리 All MAX 부스트</a:t>
            </a:r>
            <a:endParaRPr lang="en-US" sz="1457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매트한 무광 디자인에 긁힘 걱정 없는 견고함까지 Infinite Glass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전원 OFF 가능한 스마트 컨트롤 기능으로 외출 시에도 안심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많은 요리도 한 번에 3,400W 초고화력 빠른 조리 All MAX 부스트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인덕션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985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Bespoke AI 인덕션 (플렉스존)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34095" y="475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CC80H63G1HS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공식 셀링포인트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키친 인테리어를 완성하는 Seamless 디자인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17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자동 화력 조절로 간편식 조리까지 편리하게 AI 끓음 감지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1513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E"/>
                </a:solidFill>
              </a:rPr>
              <a:t>전체 화구 사용으로 많은 요리도 한번에 3,400W 초고화력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</a:rPr>
              <a:t>핵심 키워드 (3)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키친 인테리어를 완성하는 Seamless 디자인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전원 OFF 가능한 스마트 컨트롤 기능으로 외출 시에도 안심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1755648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181E"/>
                </a:solidFill>
              </a:rPr>
              <a:t>많은 요리도 한번에 3,400W 초고화력 빠른 조리 All MAX 부스트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12700">
            <a:solidFill>
              <a:srgbClr val="D8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91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출처 samsung.com/sec 공식 셀링포인트 · 제품 사양은 담지 않았습니다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</a:rPr>
              <a:t>2026-08-31 확인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삼성전자판매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모델별 핵심 USP</dc:title>
  <dc:subject>PptxGenJS Presentation</dc:subject>
  <dc:creator>경원영업팀</dc:creator>
  <cp:lastModifiedBy>경원영업팀</cp:lastModifiedBy>
  <cp:revision>1</cp:revision>
  <dcterms:created xsi:type="dcterms:W3CDTF">2026-08-31T08:31:17Z</dcterms:created>
  <dcterms:modified xsi:type="dcterms:W3CDTF">2026-08-31T08:31:17Z</dcterms:modified>
</cp:coreProperties>
</file>