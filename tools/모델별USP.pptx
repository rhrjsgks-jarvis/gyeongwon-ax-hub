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모델별 핵심 USP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55개 모델 · 삼성닷컴 공식 셀링포인트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</a:rPr>
              <a:t>경원영업팀 · 세일즈 코파일럿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</a:rPr>
              <a:t>수집 2026-09-02 · 출처 samsung.com/sec — 목록 API uspDescList · PDP #compGoodsFeatures / 2026-09-02 추가분 11종은 삼성 공식 세일즈가이드(scripts/fixtures/usp-guides.json)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</a:rPr>
              <a:t>담긴 모델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RH95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KMR85RH9GAFXKR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RH9G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SH95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KQ77SH93AFXKR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SH93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KQ85LSH03WFXKR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The Frame Pro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KU85MH80AFXKR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Mini LED MH80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KU27LSFM7AXXKR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2025 The Movingstyle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9.1.4ch 사운드바 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11.1.4ch 사운드바 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RM90H91B1W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864L (81.2cm, AI 푸드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RM80H91S1X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873L (오토오픈도어)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RM70H91RMA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901L (에너지 1등급 최저기준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RM80H64S2A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키친핏 Max 609L (푸드 쇼케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RM90H64P2W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키친핏 Max 602L (22.5c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RK80F49C1X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 487L (맞춤숙성실)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RK80F42C2A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Max 418L (맞춤숙성실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정수기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RWP90H15AN*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얼음정수기 (냉/온/정수)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25/20kg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의류케어(워시타워)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WH90F2522AAH*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원바디 25/22kg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WD80H25BHS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25/18kg (71.1mm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DV10BB8440GB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슬림 10kg+상단 설치 키트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WA80F19SKB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통버블 세탁기 19kg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WW13BB844DGB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슬림 13kg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WF90F25AD*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25kg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DV90F22CD*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DF18CB8700CR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일반용량 3~5벌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AF90H19D38WR*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무풍콤보 갤러리 프로 청정 62.6/18.7㎡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AF70F19D24IR*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 클래식 62.6/18.7㎡ (리모컨 포함)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AP90H10198EDD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리유저블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AP90H10163EDD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S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AP70F06103RVD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5500 (60㎡)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VS90F40CN*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제트 400W 펫브러시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VS70H18GV*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제트 핏 물걸레 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VR90F01SAG*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 자동 급배수 (리폼비 포함)+먼지봉투+다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VR90F01AAG*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울트라+먼지봉투+다회용포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CC99H63I1D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CC99F63G1DS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CC99F63U1DS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CC80H63G1HS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DW99F79E1US*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식기세척기 빌트인 14인용 (필터 내장형, 컵 맞춤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DW90F79F1US*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(필터 내장형, 컵 맞춤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DW80F75L1U*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(컵 맞춤 세척)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AR80H07D21W/KO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24.4㎡ (1등급)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10줄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AR80H06D2A1Q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(청정)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AR70H06D1A1Q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(무청)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KMR115MRF95XKR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Micro RGB MRF95 (115형)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AP70F03102RVD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3100 (33㎡)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WD90H25BHW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MID 25/20kg (7형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DF90H24R4D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 (하의 2)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DF80H24R1C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5~9벌 (하의 1)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6줄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HW-QS90H/KR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7.1.2ch 올인원 사운드바 QS90H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HW-LS50H/KR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Music Studio 5 (LS50H/LS51H)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RK70F42F2X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420L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RH95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 Pro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엔진으로 살아나는 컬러, Micro RGB AI 엔진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경계를 넘어선 새로운 경험, Infinity Air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RH9G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KMR85RH9GAFXKR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완성한 컬러, Micro RGB AI 엔진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차원이 다른 깊이감과 생생한 대비, Micro RGB HDR+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압도적 존재감과 세련된 실루엣의 조화, Monolith Edge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SH95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Floatlayer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아트 프레임의 새로운 패러다임, FloatLayer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SH93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KQ77SH93AFXKR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LaserSlim 디자인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초슬림으로 정의하는 우아함의 기준 LaserSlim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The Frame Pro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KQ85LSH03WFXKR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원 커넥트로 완성한 모던 프레임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아트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눈부심 걱정 없는 Neo QLED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실제 액자인 듯 자연스러운 조화 무선 원 커넥트로 완성한 모던 프레임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복잡한 선 없이 깔끔하게 연결 무선 원 커넥트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벽과 하나인 듯 밀착 슬림핏 벽걸이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맞게 연출하는 다채로운 베젤 맞춤형 프레임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어울리는 높낮이 조절까지 높이 조절 스탠드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TV가 꺼지는 순간 시작되는 나만의 갤러리 아트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유수의 작품을 무료로 감상 아트 스트림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집에서 만나는 세계적인 명작들 아트 스토어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일상 공간에 더해진 예술 아트 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몰입감을 높여주는 선명한 화면 눈부심 걱정 없는 Neo QLED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반사를 줄여 더욱 선명해지는 화면 눈부심 방지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팬톤으로부터 검증된 정확한 색 표현 아트풀 컬러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배터리 없이 태양광만으로 충전 솔라셀 리모트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Mini LED MH80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KU85MH80AFXKR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Samsung Vision AI 컴패니언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Mini 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모션 터보 144Hz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진보된 기술로 섬세하게 빛나는 Mini LED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완성하는 궁극의 4K 화질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Mini LED로 정교하게 구현된 실제에 가까운 초광색 퓨어 스펙트럼 컬러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장면을 더 깊고 또렷하게 표현하는 시네마틱 스케일 Mini LED HDR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지능적으로 강화되는 AI 컬러 표현 컬러 부스터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공간의 품격을 높이는 우아한 슬림 디자인 Metal Stream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찢김이나 끊김 걱정 없이 부드러운 HDR 게이밍 FreeSync 프리미엄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2025 The Movingstyle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KU27LSFM7AXXKR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분리와 이동이 자유로운 스타일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간편하게 올려두고 즐기는 스타일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터치 인터랙션으로 완성한 스타일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초경량 스크린으로 어디서든 분리와 이동이 자유로운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경험을 자유롭게, 분리형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이동을 위한 세련된 스탠드, 롤러블 플로어 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슬림한 디자인으로 공간을 더욱 돋보이게, 슬림 스타일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각도로 시청 경험을 편안하게, 풀 모션 서포트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곳 어디서나 자유롭게 감상 간편한 시청형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내장 배터리로 어디서나 자유롭게 즐기는 엔터테인먼트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어디서든 보고 싶을 때 손쉽게, 일체형 킥스탠드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필요할 때 어디서든 간편하게 연결 슬림핏 카메라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연결로 사용감을 편하게, 다채로운 인터랙티브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만나는 직관적인 컨트롤, 터치 인터랙션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손안의 스마트폰에서 눈앞의 디스플레이까지 한 번에 간편한 연결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라이프스타일을 즐기는 방법 스마트한 나만의 맞춤형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부드러운 화면으로 즐기는 게임 플레이, 120Hz 주사율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기술로 완성된 강력한 시청 경험,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꺼진 화면에서도 필요한 정보를 한눈에, Now Brief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큐레이션으로 경험하는 특별한 라이프스타일 아트 스토어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분위기에 맞게 AI로 만든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자유롭게 표현하는 나만의 영감 스케치 나우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실시간 TV부터 다양한 콘텐츠를 무료로 더 즐겁게 삼성 TV 플러스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선명한 화질로 실감 나는 몰입감, QHD 해상도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Dolby Atmos로 만나는 차원이 다른 사운드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9.1.4ch 사운드바 Q930H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HW-Q930H  (HW-Q930H/KR)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9.1.4ch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숨 막힐 듯 빠져드는 서라운드 사운드 — 트루 9.1.4ch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전환에도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11.1.4ch 사운드바 Q990H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HW-Q990H  (HW-Q990H/KR)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11.1.4ch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온몸을 감싸는 압도적 서라운드 사운드 — 트루 11.1.4ch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극도의 몰입감을 만드는 사운드의 비결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콘텐츠도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2.1 /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Bespoke AI 패밀리허브 4도어 864L (81.2cm, AI 푸드매니저)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RM90H91B1W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위스키볼 아이스까지 취향 따라 즐기는 듀얼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하이브리드 4도어 873L (오토오픈도어)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RM80H91S1X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 수납의 정석 푸드 쇼케이스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63" b="1" dirty="0">
                <a:solidFill>
                  <a:srgbClr val="FFFFFF"/>
                </a:solidFill>
              </a:rPr>
              <a:t>Bespoke AI 하이브리드 4도어 901L (에너지 1등급 최저기준 대비 -35%, UV탈취)</a:t>
            </a:r>
            <a:endParaRPr lang="en-US" sz="20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RM70H91RMA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 오랫동안 신선하게 보관하는 하이브리드 정온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소비량을 절감하는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 효율을 높이는 설계로 더 깊어진 선반과 900L 이상 대용량 수납공간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냄새 걱정 없이 깔끔한 UV 청정탈취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하이브리드 4도어 키친핏 Max 609L (푸드 쇼케이스)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RM80H64S2A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AI 하이브리드 쿨링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매일 풍성한 가족의 식탁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4인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아이와 함께 즐거운 한 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신혼 부부의 첫 보금자리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2인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싱글의 여유, 맛있는 행복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 수납의 정석 푸드 쇼케이스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없이 깔끔한 UV 청정탈취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2" b="1" dirty="0">
                <a:solidFill>
                  <a:srgbClr val="FFFFFF"/>
                </a:solidFill>
              </a:rPr>
              <a:t>Bespoke AI 패밀리허브 4도어 키친핏 Max 602L (22.5cm, AI 푸드매니저)</a:t>
            </a:r>
            <a:endParaRPr lang="en-US" sz="210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RM90H64P2W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새로운 기술로 완성된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 487L (맞춤숙성실)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RK80F49C1X  (RK80F49C1W)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냉기를 꽉 잡아 아삭하고 신선하게 메탈쿨링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유산균 아삭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보관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보관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냉장/냉동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칸칸칸 모드로 편리하게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깔끔한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감각적인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68" b="1" dirty="0">
                <a:solidFill>
                  <a:srgbClr val="FFFFFF"/>
                </a:solidFill>
              </a:rPr>
              <a:t>Bespoke AI 김치플러스 4도어 키친핏 Max 418L (맞춤숙성실)</a:t>
            </a:r>
            <a:endParaRPr lang="en-US" sz="2368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RK80F42C2A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유산균 아삭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냉장/냉동 모드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칸칸칸 모드로 편리하게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깔끔한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공간에 딱 맞게 설치하고, 수납까지 넉넉하게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감각적인 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정수기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얼음정수기 (냉/온/정수)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RWP90H15AN*  (RWP90H15ANW)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직수관과 아이스룸을 전해수 살균으로 깨끗하게 AI 맞춤 살균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6" b="1" dirty="0">
                <a:solidFill>
                  <a:srgbClr val="15181E"/>
                </a:solidFill>
              </a:rPr>
              <a:t>유해 물질 82종 제거로 믿고 마실 수 있는 국내 최다 항목 NSF 인증 정수기</a:t>
            </a:r>
            <a:endParaRPr lang="en-US" sz="1406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하루 8kg 얼음으로 여름철에도 넉넉하게 강력한 제빙량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 패턴을 분석해 AI가 알아서 살균하는 AI 맞춤 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직수관부터 얼음 토출구까지 AI 맞춤 살균과 UV 살균으로 더욱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유해물질 82종 제거로 안심하고 마시는 국내 최다 항목 NSF 인증 정수기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하루 8kg 제빙, 한 번에 800g까지 온 가족이 넉넉하게 즐기는 대용량 얼음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목소리 인식으로 원하는 물을 편리하게 출수하는 보이스 ID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4시간마다 고인물 없이 비워주는 자동 잔수 비움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오염과 부식에 강한 스테인리스 소재를 물이 닿는 직수관부터 출수 코크, 패널까지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온도와 출수량으로 편리하게 커스터마이징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온도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출수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출수구와 얼음 토출구를 야간에도 쉽게 확인할 수 있는 스마트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얼음정수기로 시작하는 나만의 커피 브루잉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콤보 25/20kg (177.8mm LCD)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WD90H25AH*  (WD90H25AHS)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 국내 최대 용량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콤보 한 대로 단 69분 만에 끝내는 세탁 라이프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대용량 열교환기에 부스터 열교환기를 더해 확실한 건조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넓은 화면으로 직관적인 조작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AI가 알아서 최적의 코스로 AI 맞춤+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없는 쾌적한 마무리 오토 오픈 도어+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소량 빨래는 시간 특화 코스로 빠르게 한벌 코스 &amp; 셔츠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소비효율 1등급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살균과 간편한 탈취, 에어워시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콤보 차이점이 궁금해요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콤보 · 수납함 설치가이드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의류케어(워시타워)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원바디 25/22kg (177.8mm LCD)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WH90F2522AAH*  (WH90F2522AAHS)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건조까지 알아서 AI 맞춤+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157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세탁기와 건조기를 하나로 Bespoke AI 원바디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맞춤+로 세탁부터 건조까지 알아서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직수로 열교환기 자동 세척 직수 파워 오토 클린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사계절 이불을 깨끗하게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유해 세균과 빈대까지 싹 스팀살균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99.9% 살균으로 안심 위생관리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기기 내부까지 강력하게 무세제통세척+ &amp; 열풍내부살균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많은 빨래도 걱정 없는 대용량 세탁·건조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25/18kg (71.1mm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WD80H25BHS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최적의 코스로 AI 맞춤+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직관적이고 편리한 다이얼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AI가 알아서 최적의 코스로 AI 맞춤+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곰팡이에 강한 소재 기술로 안심 안심소재 고무패킹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패딩과 침구류를 간편하게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콤보 차이점이 궁금해요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콤보 · 수납함 설치가이드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슬림 10kg+상단 설치 키트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DV10BB8440GB  (DV10BB8440GBR)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센서로 정확하고 빠르게 쾌속건조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정밀 센서로 정확하고 빠르게 쾌속건조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직접 확인하고 간편하게 청소하여 위생적인 관리 할 수 있는 직접관리형 열교환기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한번 더 안심, 내부케어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 세균 99.9%까지 제거하는 살균건조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통버블 세탁기 19kg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WA80F19SKB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풍부한 버블로 깨끗한 세탁 버블폭포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풍부한 버블로 깨끗한 세탁 버블폭포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제트샷으로 빠르고 강력하게 입체돌풍세탁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스테인리스 이중안심필터로 안심위생관리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청바지부터 아기옷까지 다운로드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기기 내부 구석구석을 위생적으로 무세제통세척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고객을 생각한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슬림 13kg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WW13BB844DGB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섬세하고 강력한 버블워시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무게, 세제 종류에 맞게 알아서 평소 세탁 오염도에 맞는세제량 투입까지 세제자동투입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SmartThings Clothing Care 세제/유연제 스캔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세탁물에 맞춰 깨끗하고 부드럽게 버블워시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세제없이 깨끗한 통 관리 무세제통세척+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유해세균 99.9 % 제거하는 살균세탁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25kg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WF90F25AD*  (WF90F25ADS / WF90F25ADT / WF90F25ADY)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세탁기의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이불세탁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스팀살균으로 유해 세균과 빈대까지 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펫케어세탁으로 알러젠 걱정 없이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세제 없이 깨끗한 통 관리 무세제통세척+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국내 최대 용량 25kg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세탁기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22kg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DV90F22CD*  (DV90F22CDS / DV90F22CDT / DV90F22CDY)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건조기의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99.9% 살균으로 안심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보이지 않는 곳까지 구석구석 강력하게 열풍내부살균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먼지, 녹, 잔수 걱정 없는 직접관리형 열교환기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대용량 건조 22kg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건조기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DF90H24R5C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바람과 스팀으로 매일 새 옷처럼 듀얼에어워시 &amp; 듀얼제트스팀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 99.99% 제거, 탈취와 주름 제거까지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LCD 디스플레이로 편리한 조작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다양한 컬러로 공간 맞춤 Bespoke AI 에어드레서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매일 새 옷처럼, AI로 산뜻한 건조까지 Bespoke AI 에어드레서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일반용량 3~5벌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DF18CB8700CR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강력한 듀얼에어워시, 듀얼제트스팀으로 빠르게 탈취, 살균하는 진짜 의류케어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최적의 건조 시간을 찾아 섬세한 건조와 구김 제거 AI섬세건조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위에선 강력한 듀얼에어워시, 아래에선 듀얼제트스팀으로 빠르게 탈취, 살균하는 청정 의류케어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건조와 구김 제거를 한 번에 섬세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다양한 컬러로 공간 맞춤 Bespoke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인체 공학적 디자인으로 조작이 편리한 일체형 디스플레이 도어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똑똑한 AI 기능으로 쉽고 편리하게 나에게 맞는 코스 추천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세균까지 꼼꼼한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물 샐 걱정 없는 제대로 된 안심 설계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무풍콤보 갤러리 프로 청정 62.6/18.7㎡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AF90H19D38WR*  (AF90H19D38WRT)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7" b="1" dirty="0">
                <a:solidFill>
                  <a:srgbClr val="15181E"/>
                </a:solidFill>
              </a:rPr>
              <a:t>냉방면적(62.6/18.7㎡), AI모션바람, 무풍콤보, 무풍, AI절약, 1등급, 슬림디자인, 청정, 5가지 모션바람, 심리스 디자인</a:t>
            </a:r>
            <a:endParaRPr lang="en-US" sz="107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스탠드 색상: 에센셜 화이트, 벽걸이 색상: 화이트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스스로 공간까지 학습하여 상황에 맞게 온도, 습도를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서큘레이터로 사각지대 걱정 없이 빠르게 하이패스 서큘 냉방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손쉽게 열어 간편하게 직접 관리할 수 있는 이지케어 셀프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자동으로 알아서 청소, 관리를 해주는 이지케어 스마트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미세먼지는 기본, 살균, 공간 제균에 알러젠 유발물질까지 걸러주는 알러젠 케어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92" b="1" dirty="0">
                <a:solidFill>
                  <a:srgbClr val="FFFFFF"/>
                </a:solidFill>
              </a:rPr>
              <a:t>Bespoke AI 무풍 클래식 62.6/18.7㎡ (리모컨 포함)</a:t>
            </a:r>
            <a:endParaRPr lang="en-US" sz="249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AF70F19D24IR*  (AF70F19D24IR1T)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4" b="1" dirty="0">
                <a:solidFill>
                  <a:srgbClr val="15181E"/>
                </a:solidFill>
              </a:rPr>
              <a:t>하이패스 방식으로 빠르게, 직바람 없이 쾌적하게 하이패스 AI 무풍</a:t>
            </a:r>
            <a:endParaRPr lang="en-US" sz="1534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스마트싱스로 상황에 맞게 관리해주는 AI 에너지 절약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관리하는 Bixby Care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직바람 없는 무풍과 상황에 맞게 온도, 습도까지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집사가 알아서 관리하는 Bixby Care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넓은 공간도 직선으로 빠르게 하이패스 회오리 냉방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컬러를 더하다. 우리 집에 어울리는 Bespoke 디자인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쉽게 열어 더 편하게 관리하는 이지케어 8단계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어울리는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어느 공간에나 완벽하게 어울리는 메탈릭 실버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우리 집 인테리어에 맞는 아트패널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리유저블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AP90H10198EDD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주기적으로 교체할 필요 없는 리유저블 필터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리유저블 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필터 관리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4way 서라운드 &amp; 부스터 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인피니트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청정 AI+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환기 가이드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사용성을 높여주는 다양한 기능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Quick Remote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저소음 무풍청정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간편하고 청결하게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S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AP90H10163EDD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강력해진 일체형 S 필터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인피니트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4way 서라운드 &amp; 부스터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 필터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사용성을 높여주는 다양한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Quick Remote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저소음 무풍청정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더 간편하고 청결하게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5500 (60㎡)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AP70F06103RVD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초미세먼지를 정밀하게 감지하는 레이저 PM1.0 센서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컬러·숫자로 청정도를 한눈에 청정지수 디스플레이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Bespoke 슬림 디자인과 이동 바퀴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제트 400W 펫브러시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VS90F40CN*  (VS90F40CNK)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특허 출원한 기술로 더 강력하고 오래가는 최대 400W 흡입력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 환경을 감지해 최적의 흡입력을 구현하는 AI 모드 2.0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좁은 틈의 먼지까지 손쉽게 청소 가능한  에어 블로워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훨씬 더 강력해진 최대 400W 흡입력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환경을 알아서 감지하는 AI+ 인증 무선 스틱 청소기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눈에 보이지 않는 먼지까지 손쉽게 청소하는 에어 블로워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맞게 사용하는 블로워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21% 가벼워진 브러시 무게와 측면 하단 LED 라이트로 더 편리해진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오염물에 직접 분사하는 고온 세척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빠른 예열, 여유 있는 청소 시간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미세먼지 배출 걱정 없는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스스로 상태를 진단하는 스마트 자가진단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브러시 수납과 배터리 충전도 편리하게! 액세서리 크래들 &amp; 배터리 충전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핸드폰 수신을 알려주는 스마트 콜 알림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 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제트 핏 물걸레 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VS70H18GV*  (VS70H18GVG)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51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중 상태 변화를 감지하여 스스로 동작 상태를 조절하는 스마트 모션 클리닝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99.999% 미세먼지 배출 차단하는 5단계 필터레이션 시스템으로 위생 걱정 없는 청소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LCD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가구 위나 틈새도 문제없는 솔/틈새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가볍고 슬림한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스팀 울트라 자동 급배수 (리폼비 포함)+먼지봉투+다회용포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VR90F01SAG*  (VR90F01SAG98CS)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간편한 급수와 배수 관리에 빌트인 설치까지 자동 급배수 스팀 청정스테이션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1cm 장애물을 감지하여 끊김 없는 효율적인 청소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가구장 맞춤 리폼부터 설치까지 삼성 전문가가 책임집니다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우리 집에 맞춰 설치 가능해요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스팀 울트라 자동 급배수 기능 모아보기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급배수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설치 스타일과 전문 원데이 설치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높은 문턱과 매트를 넘나드는 주행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기술을 만나 더 똑똑해진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간편하게 설정 가능한 청소 구역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 듀얼 장애물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dToF LiDAR 주행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3D로 확인하는 우리 집 지도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카펫은 안전하게 바닥은 깨끗하게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검증된 보안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먼지통, 세척판 물세척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스팀 울트라+먼지봉투+다회용포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VR90F01AAG*  (VR90F01AAG98C)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91" b="1" dirty="0">
                <a:solidFill>
                  <a:srgbClr val="15181E"/>
                </a:solidFill>
              </a:rPr>
              <a:t>99.999% 물걸레 스팀 살균으로 냄새까지 줄여주는 100°C 스팀 청정스테이션</a:t>
            </a:r>
            <a:endParaRPr lang="en-US" sz="1391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Knox 보안 기술 적용으로 검증된 보안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스팀 울트라 기능 모아보기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높은 문턱과 매트를 넘나드는 주행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기술을 만나 더 똑똑해진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간편하게 설정 가능한 청소 구역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 듀얼 장애물 센서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dToF LiDAR 주행 센서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3D로 확인하는 우리 집 지도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카펫은 안전하게 바닥은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검증된 보안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 아이 마중 기능까지, 패밀리 케어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먼지통, 세척판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CC99H63I1D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용기를 따라 자동 이동하는 화력으로 끊김 걱정 없이 조리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어디에 올려도 균일하게 화력 전달이 가능한 콰트로 플렉스존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CC99F63G1DS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CC99F63U1DS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CC80H63G1HS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화력 조절로 간편식 조리까지 편리하게 AI 끓음 감지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전체 화구 사용으로 많은 요리도 한번에 3,400W 초고화력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Infinite AI 식기세척기 빌트인 14인용 (필터 내장형, 컵 맞춤 세척)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DW99F79E1US*  (DW99F79E1UHCS)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식기세척기의 상태를 바로 확인할 수 있는 플로어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식기세척기 빌트인 14인용 (필터 내장형, 컵 맞춤 세척)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DW90F79F1US*  (DW90F79F1USWS)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식기세척기 빌트인 14인용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DW80F75L1U*  (DW80F75L1U01S)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물방울까지 뽀송하게 건조 열풍건조 100℃+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식기세척기 빌트인 14인용 (컵 맞춤 세척)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DW90F79P  (DW90F79P1USWS)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24.4㎡ (1등급)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AR80H07D21W/KO  (AR80H07D21WT)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10% 넓어진 흡입구와 멀티 블레이드로 강력한 기류 제어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흡입구 면적 105,170㎟ (기존모델 AR80H 대비 110%)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멀티 블레이드(블레이드 2개, 이너 블레이드 1개)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(청정)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AR80H06D2A1Q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6" name="Text 2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(6)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(무청)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AR70H06D1A1Q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423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2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82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빠르고 시원한 패스트 쿨링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513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23dB(무청모델)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Micro RGB MRF95 (115형)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KMR115MRF95XKR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5" b="1" dirty="0">
                <a:solidFill>
                  <a:srgbClr val="15181E"/>
                </a:solidFill>
              </a:rPr>
              <a:t>Micro RGB 정밀 컬러 — VDE 인증을 받은 당사의 기술은 보다 정확한 색상으로 실제와 같은 화질로 뛰어난 몰입감을 제공합니다</a:t>
            </a:r>
            <a:endParaRPr lang="en-US" sz="108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8" b="1" dirty="0">
                <a:solidFill>
                  <a:srgbClr val="15181E"/>
                </a:solidFill>
              </a:rPr>
              <a:t>Micro RGB 기술 — 81bit 프로세싱으로 가장 밝은 하이라이트부터 가장 어두운 그림자까지 보다 세밀하고 선명한 디테일을 만나 보실 수 있습니다</a:t>
            </a:r>
            <a:endParaRPr lang="en-US" sz="1018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Micro RGB의 AI엔진 — AI가 각 장면을 실시간으로 분석한 후, 색상의 강도를 바탕으로 R/G/B 각 광원의 출력을 세밀하게 튜닝하여 보다 생생한 화질을 제공합니다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99" b="1" dirty="0">
                <a:solidFill>
                  <a:srgbClr val="15181E"/>
                </a:solidFill>
              </a:rPr>
              <a:t>무반사 기술로 완성한 Glare Free — 삼성만의 무반사 기술로 언제라도 눈부심, 빛 반사 걱정 없이 편안한 시청이 가능합니다</a:t>
            </a:r>
            <a:endParaRPr lang="en-US" sz="1099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8" b="1" dirty="0">
                <a:solidFill>
                  <a:srgbClr val="15181E"/>
                </a:solidFill>
              </a:rPr>
              <a:t>Micro RGB 컬러 부스터 Pro — AI가 실시간으로 화면을 분석하여 색 밀도를 평가하고, 이 분석을 바탕으로 모든 장면의 색 수준을 최적화합니다</a:t>
            </a:r>
            <a:endParaRPr lang="en-US" sz="1018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61" b="1" dirty="0">
                <a:solidFill>
                  <a:srgbClr val="15181E"/>
                </a:solidFill>
              </a:rPr>
              <a:t>팬톤 컬러 인증 — 색 정확도를 측정하는 글로벌 지표인 팬톤에서 검증 받은 색 표현력</a:t>
            </a:r>
            <a:endParaRPr lang="en-US" sz="1361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메탈 슈퍼 슬림 디자인 — 44.9mm의 두께, 챔퍼 베젤, 매트한 마무리</a:t>
            </a:r>
            <a:endParaRPr lang="en-US" sz="1457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4" b="1" dirty="0">
                <a:solidFill>
                  <a:srgbClr val="15181E"/>
                </a:solidFill>
              </a:rPr>
              <a:t>Vision AI — 클릭 투 서치가 빅스비를 만나 더욱 똑똑해져 이제는 TV와 대화도 주고 받을 수 있어요</a:t>
            </a:r>
            <a:endParaRPr lang="en-US" sz="1204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광원이 작을 수록 모든 장면에서 더 정확한 색상과 디테일로 더 좋은 화질을 제공합니다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3100 (33㎡)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AP70F03102RVD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오염도를 예측해 미리 실내 공기를 정화해요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95" b="1" dirty="0">
                <a:solidFill>
                  <a:srgbClr val="15181E"/>
                </a:solidFill>
              </a:rPr>
              <a:t>AI+ 청정 기술로 10분마다 실내외 공기질을 비교, 학습해 오염도를 미리 예측하고 실내 공기를 관리해드립니다</a:t>
            </a:r>
            <a:endParaRPr lang="en-US" sz="119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생활악취와 유해가스는 물론 초미세먼지까지 제거! 초미세먼지 기준(2.5㎛)보다 작은 0.01㎛ 사이즈 먼지까지 99.999% 제거하는 초미세청정이 가능합니다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숯 탈취필터를 통해 각종 생활악취와 유해가스를 제거합니다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5181E"/>
                </a:solidFill>
              </a:rPr>
              <a:t>깨끗한 공기를 구석구석까지 강력하게 내보내요. 3방향 입체청정이란 정화된 공기를 3방향으로 토출하여 신속한 청정효과를 발휘하는 기능입니다</a:t>
            </a:r>
            <a:endParaRPr lang="en-US" sz="107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SmartThings에서 AI루틴 설정이 가능해 나의 일상에 맞춰 실내 공기를 관리할 수 있습니다. 날씨 상태와 미세먼지 농도에 따라 설정된 루틴이 자동으로 작동되어, 나의 생활 패턴에 맞춘 공기질을 케어 받을 수 있습니다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외출 후 전원을 켜 둔 공기청정기에 대한 알람을 받을 수 있고 집과 가까워지면 공기청정기를 켤지 묻는 알람을 받아 우리 집 공기를 미리 깨끗하게 케어할 수도 있습니다 (웰컴&amp;어웨이 케어)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75" b="1" dirty="0">
                <a:solidFill>
                  <a:srgbClr val="15181E"/>
                </a:solidFill>
              </a:rPr>
              <a:t>취침모드 설정 시 나의 취침 시간에 맞추어 공기청정기가 취침모드로 자동으로 작동되어 쾌적한 숙면 케어가 가능합니다</a:t>
            </a:r>
            <a:endParaRPr lang="en-US" sz="1175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관리하는 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99.999% 제거하는 초미세청정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MID 25/20kg (7형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WD90H25BHW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쾌속 코스 89분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맞춤+ 코스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세제자동투입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 스크린 (7형 LCD + 빅스비)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먼지 필터 (원터치)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 파워 오토 클린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무세제통세척·열풍내부케어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패딩케어, 이불/먼지털기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진동소음 저감 시스템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" y="132770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1322222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에너지 소비효율 1등급 (1등급 최저기준보다 최대 25% 절전)</a:t>
            </a:r>
            <a:endParaRPr lang="en-US" sz="1577" dirty="0"/>
          </a:p>
        </p:txBody>
      </p:sp>
      <p:sp>
        <p:nvSpPr>
          <p:cNvPr id="30" name="Text 28"/>
          <p:cNvSpPr/>
          <p:nvPr/>
        </p:nvSpPr>
        <p:spPr>
          <a:xfrm>
            <a:off x="749808" y="14410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70432" y="143560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인버터 히트펌프 + 부스터 열교환기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 (하의 2)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DF90H24R4D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주름집중케어에서 옵션을 선택하여 원하는 시간과 세기로 주름을 관리해보세요. 쾌속 15분/표준 25분/강력 35분으로 빠르게 주름을 제거해줍니다.</a:t>
            </a:r>
            <a:endParaRPr lang="en-US" sz="104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3" b="1" dirty="0">
                <a:solidFill>
                  <a:srgbClr val="15181E"/>
                </a:solidFill>
              </a:rPr>
              <a:t>털어낸 먼지는 3개의 필터로 확실하게 케어해줍니다. 의류관리 후 기기 내에 남아 있을 수 있는 먼지를 90%까지 제거합니다.</a:t>
            </a:r>
            <a:endParaRPr lang="en-US" sz="1123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76" b="1" dirty="0">
                <a:solidFill>
                  <a:srgbClr val="15181E"/>
                </a:solidFill>
              </a:rPr>
              <a:t>머신러닝 알고리즘을 적용하여 AI 맞춤건조가 꼭 맞는 건조 시간을 찾아 건조합니다.</a:t>
            </a:r>
            <a:endParaRPr lang="en-US" sz="1376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셔츠 한 벌 건조 코스가 업그레이드 되었습니다. 더 적은 에너지로 건조 시간은 빨라지고 주름 제거 정도도 향상되었습니다.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19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319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98755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98206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3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063" dirty="0"/>
          </a:p>
        </p:txBody>
      </p:sp>
      <p:sp>
        <p:nvSpPr>
          <p:cNvPr id="24" name="Text 22"/>
          <p:cNvSpPr/>
          <p:nvPr/>
        </p:nvSpPr>
        <p:spPr>
          <a:xfrm>
            <a:off x="749808" y="11009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1095451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423" dirty="0"/>
          </a:p>
        </p:txBody>
      </p:sp>
      <p:sp>
        <p:nvSpPr>
          <p:cNvPr id="26" name="Text 24"/>
          <p:cNvSpPr/>
          <p:nvPr/>
        </p:nvSpPr>
        <p:spPr>
          <a:xfrm>
            <a:off x="749808" y="12143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70432" y="1208836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043" dirty="0"/>
          </a:p>
        </p:txBody>
      </p:sp>
      <p:sp>
        <p:nvSpPr>
          <p:cNvPr id="28" name="Text 26"/>
          <p:cNvSpPr/>
          <p:nvPr/>
        </p:nvSpPr>
        <p:spPr>
          <a:xfrm>
            <a:off x="749808" y="132770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70432" y="1322222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바람을 이용한 저진동 의류케어로 옷장과 딱 맞게 설치할 수 있습니다.</a:t>
            </a:r>
            <a:endParaRPr lang="en-US" sz="1513" dirty="0"/>
          </a:p>
        </p:txBody>
      </p:sp>
      <p:sp>
        <p:nvSpPr>
          <p:cNvPr id="30" name="Text 2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5~9벌 (하의 1)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DF80H24R1C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19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319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3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063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23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423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3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043" dirty="0"/>
          </a:p>
        </p:txBody>
      </p:sp>
      <p:sp>
        <p:nvSpPr>
          <p:cNvPr id="20" name="Text 1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7.1.2ch 올인원 사운드바 QS90H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HW-QS90H/KR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True 7.1.2Ch All-in-One Sound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Convertible Fit (벽걸이·테이블 탑 겸용)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돌비 애트모스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647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64190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사운드 컨트롤(사운드 출력 위치 조정·자동 음량 조절)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76078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755294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Quad Bass Woofer(4개 내장 우퍼)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8741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8686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9 Wide Range Drivers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Music Studio 5 (LS50H/LS51H)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HW-LS50H/KR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Dot 디자인 (Erwan Bouroullec 디자인)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뮤직 스트리밍(삼성 Seamless Codec)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파워풀 사운드(AI 저음 최적화)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돌비 애트모스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삼성만의 아이코닉한 디자인이 어느 공간에 두어도 소품처럼 자연스럽게 어울립니다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420L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RK70F42F2X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냉장고장과 김치냉장고의 틈이 좌, 우 4mm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108도까지 도어를 활짝 열어서 사용 가능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유산균 아삭 숙성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52852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식재료맞춤보관 / 스캔킵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맛 맞추다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기술로 완성한 김치, 음식 맛을 살리는 김치냉장고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삼성전자판매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모델별 핵심 USP</dc:title>
  <dc:subject>PptxGenJS Presentation</dc:subject>
  <dc:creator>경원영업팀</dc:creator>
  <cp:lastModifiedBy>경원영업팀</cp:lastModifiedBy>
  <cp:revision>1</cp:revision>
  <dcterms:created xsi:type="dcterms:W3CDTF">2026-09-02T03:42:25Z</dcterms:created>
  <dcterms:modified xsi:type="dcterms:W3CDTF">2026-09-02T03:42:25Z</dcterms:modified>
</cp:coreProperties>
</file>